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Owner sentence: The launch code is LARCH-17.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Wetland plants absorb carbon and protect the shoreline.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UAT_RUN_MARKER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Collaborator sentence: The survey starts in June.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Wetland plants absorb carbon and protect the shoreline.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